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1E2761"/>
                </a:solidFill>
                <a:latin typeface="Arial"/>
              </a:rPr>
              <a:t>Ingresos Mensuales 2025  (naranja = mejor mes: Agosto $150,739)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mensuales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0C-44EE-A906-3D7A9AC612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E0C-44EE-A906-3D7A9AC612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E0C-44EE-A906-3D7A9AC6123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E0C-44EE-A906-3D7A9AC6123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E0C-44EE-A906-3D7A9AC6123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E0C-44EE-A906-3D7A9AC6123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E0C-44EE-A906-3D7A9AC6123E}"/>
              </c:ext>
            </c:extLst>
          </c:dPt>
          <c:dPt>
            <c:idx val="7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E0C-44EE-A906-3D7A9AC6123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EE0C-44EE-A906-3D7A9AC6123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EE0C-44EE-A906-3D7A9AC6123E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EE0C-44EE-A906-3D7A9AC6123E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EE0C-44EE-A906-3D7A9AC6123E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142072</c:v>
                </c:pt>
                <c:pt idx="1">
                  <c:v>143904</c:v>
                </c:pt>
                <c:pt idx="2">
                  <c:v>145571</c:v>
                </c:pt>
                <c:pt idx="3">
                  <c:v>143543</c:v>
                </c:pt>
                <c:pt idx="4">
                  <c:v>139126</c:v>
                </c:pt>
                <c:pt idx="5">
                  <c:v>145765</c:v>
                </c:pt>
                <c:pt idx="6">
                  <c:v>140847</c:v>
                </c:pt>
                <c:pt idx="7">
                  <c:v>150739</c:v>
                </c:pt>
                <c:pt idx="8">
                  <c:v>145563</c:v>
                </c:pt>
                <c:pt idx="9">
                  <c:v>149727</c:v>
                </c:pt>
                <c:pt idx="10">
                  <c:v>144144</c:v>
                </c:pt>
                <c:pt idx="11">
                  <c:v>143662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E0C-44EE-A906-3D7A9AC61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98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Saluden a la junta directiva. Preséntense como la consultora de SI contratada por Virvuto. Digan: "Hoy les presentamos una solución que va a cambiar la forma en que toman decisiones en su empresa."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muestren el contraste. Digan: "Virvuto tiene 31,001 transacciones de todo el año 2025. Ese es su oro. Pero sin el MIS, ese oro está enterrado. Nosotros lo desenterramos."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Expliquen brevemente cada característica. Énfasis en que el sistema funciona con los 31,001 registros reales del año 2025 de Virvuto.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5A5D-609C-794D-2FD1-EDC0D1AE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54ABA-5BC3-BD39-1D8C-37DEB7077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40B26-65FF-6AE7-7DD0-E86766566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8540C-BC3D-800C-4648-BB9194A98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8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A8DD-180E-40D1-D2B4-99FC8596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A0E5F-CE92-D6C8-55A1-2E8BAEED4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4202A-DE12-9A16-4001-1AE51CC6A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2C5AD-C052-D037-2630-79807BC25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2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Conecten cada ventaja con datos reales del análisis. Usen los números concretos — Fernanda Navarro, Agosto, Mayo — para que la gerencia sienta que el MIS YA conoce su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Usen silencio después de mostrar el precio. Luego: "Por $2,499 su empresa pasa de adivinar a saber. Cada mes sin el MIS es un mes de decisiones al azar. Hoy pueden cambiar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Abran espacio para preguntas. Si preguntan por el TPS en Java, expliquen cómo genera los CSV. Si preguntan por implementación, muestren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6A9F">
              <a:alpha val="30000"/>
            </a:srgbClr>
          </a:solidFill>
          <a:ln w="12700">
            <a:solidFill>
              <a:srgbClr val="2D6A9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(MIS)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datos transaccionales en decisiones inteligentes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de Sistemas de Información  ·  ISID223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 el MIS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gerencia opera a ciegas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intuición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cuáles productos venden más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identifican a sus mejores clientes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quiebre de stock invisible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31,001 transacciones sin analizar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MIS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anual en tiempo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claros para cada área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productos y clientes identificados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inventario automáticas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mensuales y por día de semana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 reales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ETL Automático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Extrae, limpia y transforma los datos crudos del TPS de Java en información lista para análisis.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8 KPIs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totales, ticket promedio, unidades vendidas, top productos, top clientes, ventas por categoría y más.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3 Dashboards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Ejecutivo, de Ventas y de Inventario. Cada uno diseñado para un stakeholder específico.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Alerta de Stock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riesgo que detecta productos con alta demanda y bajo inventario antes de que se agoten.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Análisis Anual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ventas mes a mes y por día de semana durante los 12 meses del año 2025.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Informes Gerenciales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programados y de indicadores clave listos para presentar en reuniones de directorio.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encontramos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sus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reales extraídos del TPS de Virvuto — 31,001 transacciones del año 2025 completo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14630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$1,734,665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2025 completo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2011680" cy="1463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2450592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$55.96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transacción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2011680" cy="146304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626864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analizados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234440"/>
            <a:ext cx="2011680" cy="1463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803136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03136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Líder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$264,734 en ingresos</a:t>
            </a:r>
            <a:endParaRPr lang="en-US" sz="9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880360"/>
          <a:ext cx="8595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650AA-F0D8-9368-78FB-A760F619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DAC6C6-37EC-8544-0598-0FE61DE5B653}"/>
              </a:ext>
            </a:extLst>
          </p:cNvPr>
          <p:cNvSpPr/>
          <p:nvPr/>
        </p:nvSpPr>
        <p:spPr>
          <a:xfrm>
            <a:off x="256032" y="72097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C" sz="3000" b="1" dirty="0">
                <a:solidFill>
                  <a:schemeClr val="accent1">
                    <a:lumMod val="50000"/>
                  </a:schemeClr>
                </a:solidFill>
              </a:rPr>
              <a:t>á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lisis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ventas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y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clientes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D53DB9-0D9A-046A-4E05-581765717A22}"/>
              </a:ext>
            </a:extLst>
          </p:cNvPr>
          <p:cNvSpPr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1B65A9-45AF-534D-82C2-72C5BCAF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1292"/>
            <a:ext cx="9144000" cy="411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72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FCBA6-BAB4-7CEA-AB69-39CE3564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31CD59-7F70-DEC9-AE41-B10C57015C9D}"/>
              </a:ext>
            </a:extLst>
          </p:cNvPr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Inventario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2E9150-C549-EFC0-39A9-761980EFD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3870"/>
            <a:ext cx="9144000" cy="407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97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94360" cy="8229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del Negocio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operar a ciegas a tener un panel de control anual completo. La gerencia ve mes a mes qué vende, quién compra y cuánto ingresa.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594360" cy="82296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274320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Clientes VIP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Navarro lidera con $19,827 en compras. El MIS identifica automáticamente los mejores clientes para programas de fidelización.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59436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74320" y="32278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Pérdidas por Stock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riesgo detecta productos con alta demanda y bajo stock ANTES de que se agoten, evitando ventas perdidas durante el año.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59436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274320" y="41879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Basada en Datos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fue el mejor mes ($150,739) y Mayo el más bajo ($139,126). Esto permite planificar campañas y reposición de inventario para el 2026.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2D6A9F">
              <a:alpha val="25000"/>
            </a:srgbClr>
          </a:solidFill>
          <a:ln w="12700">
            <a:solidFill>
              <a:srgbClr val="2D6A9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Momento de Decidir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empresa ya tiene los datos. Nosotros le damos la inteligencia.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035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Paquete Completo MIS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implementación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ETL + limpieza de 31,001 registros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dashboards del año completo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Notebook Jupyter ejecutable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Capacitación al equipo (2h)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Soporte por 30 días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5303520" cy="41148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 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su negocio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claridad?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3474720"/>
            <a:ext cx="2377440" cy="6858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309360" y="3547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¡LO QUIERO!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negocio tiene datos.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le damos la visión.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ISID223 — Introducción a los Sistemas de Información  ·  Prof. Iván Carrera  ·  EPN-FIS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856</Words>
  <Application>Microsoft Office PowerPoint</Application>
  <PresentationFormat>On-screen Show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Virvuto MIS — Presentación Gerencial</dc:title>
  <dc:subject>PptxGenJS Presentation</dc:subject>
  <dc:creator>PptxGenJS</dc:creator>
  <cp:lastModifiedBy>P3E009-E</cp:lastModifiedBy>
  <cp:revision>4</cp:revision>
  <dcterms:created xsi:type="dcterms:W3CDTF">2026-05-28T23:08:44Z</dcterms:created>
  <dcterms:modified xsi:type="dcterms:W3CDTF">2026-05-29T16:23:04Z</dcterms:modified>
</cp:coreProperties>
</file>