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6"/>
    <p:sldId id="264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98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988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Saluden a la junta directiva. Preséntense como la consultora de SI contratada por Virvuto. Digan: "Hoy les presentamos una solución que va a cambiar la forma en que toman decisiones en su empresa."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muestren el contraste. Digan: "Virvuto tiene 31,001 transacciones de todo el año 2025. Ese es su oro. Pero sin el MIS, ese oro está enterrado. Nosotros lo desenterramos."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Expliquen brevemente cada característica. Énfasis en que el sistema funciona con los 31,001 registros reales del año 2025 de Virvuto.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F5A5D-609C-794D-2FD1-EDC0D1AEE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54ABA-5BC3-BD39-1D8C-37DEB7077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40B26-65FF-6AE7-7DD0-E8676656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8540C-BC3D-800C-4648-BB9194A98E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082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Conecten cada ventaja con datos reales del análisis. Usen los números concretos — Fernanda Navarro, Agosto, Mayo — para que la gerencia sienta que el MIS YA conoce su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Usen silencio después de mostrar el precio. Luego: "Por $2,499 su empresa pasa de adivinar a saber. Cada mes sin el MIS es un mes de decisiones al azar. Hoy pueden cambiar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Abran espacio para preguntas. Si preguntan por el TPS en Java, expliquen cómo genera los CSV. Si preguntan por implementación, muestren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2D6A9F">
              <a:alpha val="30000"/>
            </a:srgbClr>
          </a:solidFill>
          <a:ln w="12700">
            <a:solidFill>
              <a:srgbClr val="2D6A9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Información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(MIS)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datos transaccionales en decisiones inteligentes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2743200" cy="36576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de Sistemas de Información  ·  ISID223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474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 el MIS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gerencia opera a ciegas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intuición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cuáles productos venden más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identifican a sus mejores clientes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quiebre de stock invisible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31,001 transacciones sin analizar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4023360" cy="347472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84632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el MIS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anual en tiempo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claros para cada área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productos y clientes identificados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inventario automáticas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Tendencias mensuales y por día de semana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datos reales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del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ETL Automático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Extrae, limpia y transforma los datos crudos del TPS de Java en información lista para análisis.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38328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8 KPIs Clave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totales, ticket promedio, unidades vendidas, top productos, top clientes, ventas por categoría y más.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617220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30936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3 Dashboards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Ejecutivo, de Ventas y de Inventario. Cada uno diseñado para un stakeholder específico.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32004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45720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Alerta de Stock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riesgo que detecta productos con alta demanda y bajo inventario antes de que se agoten.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324612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338328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Análisis Anual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ventas mes a mes y por día de semana durante los 12 meses del año 2025.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17220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30936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Informes Gerenciales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programados y de indicadores clave listos para presentar en reuniones de directorio.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encontramos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sus datos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reales extraídos del TPS de Virvuto — 31,001 transacciones del año 2025 completo</a:t>
            </a:r>
            <a:endParaRPr lang="en-US" sz="1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18AA196-DA54-4A67-8AA5-F59064EDB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76929"/>
            <a:ext cx="8572500" cy="45840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8C482A-9410-4BD2-BB89-862683FA8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34806"/>
            <a:ext cx="5640144" cy="21003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63E33F-D821-46F1-B405-25B409F2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350" y="2235200"/>
            <a:ext cx="3964465" cy="27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1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650AA-F0D8-9368-78FB-A760F6199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DAC6C6-37EC-8544-0598-0FE61DE5B653}"/>
              </a:ext>
            </a:extLst>
          </p:cNvPr>
          <p:cNvSpPr/>
          <p:nvPr/>
        </p:nvSpPr>
        <p:spPr>
          <a:xfrm>
            <a:off x="256032" y="72097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An</a:t>
            </a:r>
            <a:r>
              <a:rPr lang="es-EC" sz="3000" b="1" dirty="0">
                <a:solidFill>
                  <a:schemeClr val="accent1">
                    <a:lumMod val="50000"/>
                  </a:schemeClr>
                </a:solidFill>
              </a:rPr>
              <a:t>á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lisis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de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ventas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y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clientes</a:t>
            </a:r>
            <a:endParaRPr lang="en-US" sz="30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D53DB9-0D9A-046A-4E05-581765717A22}"/>
              </a:ext>
            </a:extLst>
          </p:cNvPr>
          <p:cNvSpPr/>
          <p:nvPr/>
        </p:nvSpPr>
        <p:spPr>
          <a:xfrm>
            <a:off x="274320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B1B65A9-45AF-534D-82C2-72C5BCAF4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93042"/>
            <a:ext cx="9144000" cy="4110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3722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Competitivas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594360" cy="82296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274320" y="130759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Total del Negocio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0876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operar a ciegas a tener un panel de control anual completo. La gerencia ve mes a mes qué vende, quién compra y cuánto ingresa.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94360" cy="82296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274320" y="226771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2148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 Clientes VIP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6888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Fernanda Navarro lidera con $19,827 en compras. El MIS identifica automáticamente los mejores clientes para programas de fidelización.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594360" cy="8229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274320" y="322783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108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Pérdidas por Stock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índice de riesgo detecta productos con alta demanda y bajo stock ANTES de que se agoten, evitando ventas perdidas durante el año.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02336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74320" y="4023360"/>
            <a:ext cx="594360" cy="8229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74320" y="418795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" y="40690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Basada en Datos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38912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fue el mejor mes ($150,739) y Mayo el más bajo ($139,126). Esto permite planificar campañas y reposición de inventario para el 2026.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2D6A9F">
              <a:alpha val="25000"/>
            </a:srgbClr>
          </a:solidFill>
          <a:ln w="12700">
            <a:solidFill>
              <a:srgbClr val="2D6A9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Momento de Decidir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empresa ya tiene los datos. Nosotros le damos la inteligencia.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303520" cy="6858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Paquete Completo MIS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45,588 $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3,799 $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10896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ETL + limpieza de 31,001 registros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 dashboards del año completo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Notebook Jupyter ejecutable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Capacitación al equipo (2h)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Soporte por 30 días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5303520" cy="41148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hoy :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regalamos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164592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¿Listos para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su negocio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claridad?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09360" y="3474720"/>
            <a:ext cx="2377440" cy="685800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6309360" y="3547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¡LO QUIERO!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negocio tiene datos.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 le damos la visión.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 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ISID223 — Introducción a los Sistemas de Información  ·  Prof. Iván Carrera  ·  EPN-FIS  ·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787</Words>
  <Application>Microsoft Office PowerPoint</Application>
  <PresentationFormat>On-screen Show (16:9)</PresentationFormat>
  <Paragraphs>85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Virvuto MIS — Presentación Gerencial</dc:title>
  <dc:subject>PptxGenJS Presentation</dc:subject>
  <dc:creator>PptxGenJS</dc:creator>
  <cp:lastModifiedBy>P3E009-E</cp:lastModifiedBy>
  <cp:revision>8</cp:revision>
  <dcterms:created xsi:type="dcterms:W3CDTF">2026-05-28T23:08:44Z</dcterms:created>
  <dcterms:modified xsi:type="dcterms:W3CDTF">2026-05-29T17:11:26Z</dcterms:modified>
</cp:coreProperties>
</file>