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Saluden a la junta directiva. Preséntense como la consultora de SI contratada por Virvuto. Digan: "Hoy les presentamos una solución que va a cambiar la forma en que toman decisiones en su empresa."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muestren el contraste. Digan: "Virvuto tiene 31,001 transacciones de todo el año 2025. Ese es su oro. Pero sin el MIS, ese oro está enterrado. Nosotros lo desenterramos."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Expliquen brevemente cada característica. Énfasis en que el sistema funciona con los 31,001 registros reales del año 2025 de Virvuto.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5A5D-609C-794D-2FD1-EDC0D1AE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4ABA-5BC3-BD39-1D8C-37DEB707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0B26-65FF-6AE7-7DD0-E8676656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8540C-BC3D-800C-4648-BB9194A9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Conecten cada ventaja con datos reales del análisis. Usen los números concretos — Fernanda Navarro, Agosto, Mayo — para que la gerencia sienta que el MIS YA conoce su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Usen silencio después de mostrar el precio. Luego: "Por $2,499 su empresa pasa de adivinar a saber. Cada mes sin el MIS es un mes de decisiones al azar. Hoy pueden cambiar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Abran espacio para preguntas. Si preguntan por el TPS en Java, expliquen cómo genera los CSV. Si preguntan por implementación, muestren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9F">
              <a:alpha val="30000"/>
            </a:srgbClr>
          </a:solidFill>
          <a:ln w="12700">
            <a:solidFill>
              <a:srgbClr val="2D6A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(MIS)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datos transaccionales en decisiones inteligentes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Sistemas de Información  ·  ISID223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 el MIS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opera a ciegas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intuición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cuáles productos venden más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identifican a sus mejores clientes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quiebre de stock invisible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 transacciones sin analizar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MIS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anual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claros para cada área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productos y clientes identificados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inventario automáticas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mensuales y por día de semana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Sistema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6172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106172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119888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8 KPIs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9888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totales, ticket promedio, unidades vendidas, top productos, top clientes, ventas por categoría y más.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452628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3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Ejecutivo, de Ventas y de Inventario. Cada uno diseñado para un stakeholder específico.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Alerta de Stock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riesgo que detecta productos con alta demanda y bajo inventario antes de que se agoten.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Análisis 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ventas mes a mes y por día de semana durante los 12 meses del año 2025.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Informes Gerenciales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programados y de indicadores clave listos para presentar en reuniones de directorio.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reales extraídos del TPS de Virvuto — 31,001 transacciones del año 2025 completo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8AA196-DA54-4A67-8AA5-F59064EDB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76929"/>
            <a:ext cx="8572500" cy="4584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C482A-9410-4BD2-BB89-862683FA8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34806"/>
            <a:ext cx="5640144" cy="2100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63E33F-D821-46F1-B405-25B409F23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350" y="2235200"/>
            <a:ext cx="3964465" cy="27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1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650AA-F0D8-9368-78FB-A760F61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AC6C6-37EC-8544-0598-0FE61DE5B653}"/>
              </a:ext>
            </a:extLst>
          </p:cNvPr>
          <p:cNvSpPr/>
          <p:nvPr/>
        </p:nvSpPr>
        <p:spPr>
          <a:xfrm>
            <a:off x="256032" y="72097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C" sz="3000" b="1" dirty="0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lisis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ventas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clientes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D53DB9-0D9A-046A-4E05-581765717A22}"/>
              </a:ext>
            </a:extLst>
          </p:cNvPr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1B65A9-45AF-534D-82C2-72C5BCAF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3042"/>
            <a:ext cx="9144000" cy="411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22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94360" cy="8229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Negocio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operar a ciegas a tener un panel de control anual completo. La gerencia ve mes a mes qué vende, quién compra y cuánto ingresa.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94360" cy="82296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Clientes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Navarro lidera con $19,827 en compras. El MIS identifica automáticamente los mejores clientes para programas de fidelización.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9436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74320" y="32278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Pérdidas por Stock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riesgo detecta productos con alta demanda y bajo stock ANTES de que se agoten, evitando ventas perdidas durante el año.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9436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274320" y="41879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Basada en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fue el mejor mes ($150,739) y Mayo el más bajo ($139,126). Esto permite planificar campañas y reposición de inventario para el 2026.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D6A9F">
              <a:alpha val="25000"/>
            </a:srgbClr>
          </a:solidFill>
          <a:ln w="12700">
            <a:solidFill>
              <a:srgbClr val="2D6A9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Momento de Decidir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empresa ya tiene los datos. Nosotros le damos la inteligencia.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Paquete Completo MIS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</a:t>
            </a:r>
            <a:r>
              <a:rPr lang="en-US" sz="28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45,588 $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3,799 $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+ limpieza de 31,001 registros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dashboards del año completo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Notebook Jupyter ejecutable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Capacitación al equipo (2h)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por 30 días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5303520" cy="41148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 :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regalamos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su negocio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claridad?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2377440" cy="6858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¡LO QUIERO!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negocio tiene datos.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le damos la visión.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ISID223 — Introducción a los Sistemas de Información  ·  Prof. Iván Carrera  ·  EPN-FIS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766</Words>
  <Application>Microsoft Office PowerPoint</Application>
  <PresentationFormat>On-screen Show (16:9)</PresentationFormat>
  <Paragraphs>83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Virvuto MIS — Presentación Gerencial</dc:title>
  <dc:subject>PptxGenJS Presentation</dc:subject>
  <dc:creator>PptxGenJS</dc:creator>
  <cp:lastModifiedBy>P3E009-E</cp:lastModifiedBy>
  <cp:revision>9</cp:revision>
  <dcterms:created xsi:type="dcterms:W3CDTF">2026-05-28T23:08:44Z</dcterms:created>
  <dcterms:modified xsi:type="dcterms:W3CDTF">2026-05-29T17:45:23Z</dcterms:modified>
</cp:coreProperties>
</file>